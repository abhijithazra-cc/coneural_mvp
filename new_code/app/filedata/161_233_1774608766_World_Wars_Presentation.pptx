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World Wars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Presentation on World War I &amp; World War II</a:t>
            </a:r>
          </a:p>
          <a:p>
            <a:pPr lvl="1"/>
            <a:r>
              <a:t>Major global conflicts of the 20th century</a:t>
            </a:r>
          </a:p>
          <a:p>
            <a:pPr lvl="1"/>
            <a:r>
              <a:t>Changed political, economic, and social structures worldwide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World War I (1914–1918)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Also known as The Great War</a:t>
            </a:r>
          </a:p>
          <a:p>
            <a:pPr lvl="1"/>
            <a:r>
              <a:t>Triggered by assassination of Archduke Franz Ferdinand</a:t>
            </a:r>
          </a:p>
          <a:p>
            <a:pPr lvl="1"/>
            <a:r>
              <a:t>Allied Powers vs Central Powers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Causes of World War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Militarism</a:t>
            </a:r>
          </a:p>
          <a:p>
            <a:pPr lvl="1"/>
            <a:r>
              <a:t>Alliances</a:t>
            </a:r>
          </a:p>
          <a:p>
            <a:pPr lvl="1"/>
            <a:r>
              <a:t>Imperialism</a:t>
            </a:r>
          </a:p>
          <a:p>
            <a:pPr lvl="1"/>
            <a:r>
              <a:t>Nationalism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of World War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 16 million deaths</a:t>
            </a:r>
          </a:p>
          <a:p>
            <a:pPr lvl="1"/>
            <a:r>
              <a:t>Treaty of Versailles signed in 1919</a:t>
            </a:r>
          </a:p>
          <a:p>
            <a:pPr lvl="1"/>
            <a:r>
              <a:t>Led to political instability in Europe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World War II (1939–1945)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Started with Germany invading Poland</a:t>
            </a:r>
          </a:p>
          <a:p>
            <a:pPr lvl="1"/>
            <a:r>
              <a:t>Axis Powers vs Allied Powers</a:t>
            </a:r>
          </a:p>
          <a:p>
            <a:pPr lvl="1"/>
            <a:r>
              <a:t>Largest war in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Events of World War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Holocaust</a:t>
            </a:r>
          </a:p>
          <a:p>
            <a:pPr lvl="1"/>
            <a:r>
              <a:t>Pearl Harbor attack</a:t>
            </a:r>
          </a:p>
          <a:p>
            <a:pPr lvl="1"/>
            <a:r>
              <a:t>D-Day invasion</a:t>
            </a:r>
          </a:p>
          <a:p>
            <a:pPr lvl="1"/>
            <a:r>
              <a:t>Atomic bombs on Hiroshima &amp; Nagasaki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of World War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 70 million deaths</a:t>
            </a:r>
          </a:p>
          <a:p>
            <a:pPr lvl="1"/>
            <a:r>
              <a:t>Formation of the United Nations</a:t>
            </a:r>
          </a:p>
          <a:p>
            <a:pPr lvl="1"/>
            <a:r>
              <a:t>Start of the Cold War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Both wars reshaped global politics</a:t>
            </a:r>
          </a:p>
          <a:p>
            <a:pPr lvl="1"/>
            <a:r>
              <a:t>Rise of USA and USSR as superpowers</a:t>
            </a:r>
          </a:p>
          <a:p>
            <a:pPr lvl="1"/>
            <a:r>
              <a:t>Lessons on diplomacy and peacekeeping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